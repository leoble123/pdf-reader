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Lumen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Offline. Gorgeous. Fast.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Liquid glass UI</a:t>
            </a:r>
          </a:p>
          <a:p>
            <a:pPr lvl="1"/>
            <a:r>
              <a:t>Zero lag zoom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</a:t>
            </a:r>
          </a:p>
        </p:txBody>
      </p:sp>
      <p:pic>
        <p:nvPicPr>
          <p:cNvPr id="3" name="Picture 2" descr="f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048000" cy="177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